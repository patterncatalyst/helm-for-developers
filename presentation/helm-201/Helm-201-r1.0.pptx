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golden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golden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The entry point is the exported `helm_plugin_main`; input and output are JSON through the Extism PDK, and the plugin returns an empty JSON object on success. The example builds with Go targeting wasip1.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CRC appendix is untested on the authoring machine: the chart renders and passes kubeconform offline, but the live CRC run was not performed here, and verify-crc.sh exists so a reader can check each claim on their own machine.
What to show: `cd examples/27-openshift-crc &amp;&amp; ./demo.sh offline` for the part that was run; `./verify-crc.sh` only on a machine with CRC.
Fallback: the offline render plus the chapter text; say that the cluster behavior is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golden charts avoid it by construction: no runAsUser, no fsGroup. The Containerfile's USER 1001:0 is only a default, replaced by the project's assigned UID. This section was written against OpenShift documentation and the CRC appendix is untested on the authoring machine; verify-crc.sh checks the `openshift.io/scc: restricted-v2` annotation and that the UID inside a pod is not 1001.
What to show: `./verify-crc.sh` on a CRC host: it prints PASS or FAIL for the SCC annotation and the UID check.
Fallback: the rendered Deployment from `helm template` shows no runAsUser; the CRC claim stays marked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A `ProjectHelmChartRepository` makes a chart repository visible in the Developer console's Helm catalog for one project. The CRC run is untested on the authoring machine.
What to show: `cd examples/27-openshift-crc &amp;&amp; ./demo.sh offline` for the Route render; on CRC, `./verify-crc.sh`.
Fallback: the offline render; the OpenShift Container Platform documentation for Routes and SCCs.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Helm for</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and debugging: the debug ladder, helm-unittest, chart-testing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Chart and 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chart defaults, then -f files in order, then --set, --set-json and --set-file; a values.schema.json rejects bad input before rendering.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Safe releases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--wait with the kstatus watcher, --rollback-on-failure, server-side apply by default for new releases.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4: compare two chart directories locally (helm-diff plugin)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diff local charts/shipping-service /tmp/changed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5: resolve kinds and run lookup against the API 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shipping charts/shipping-service -n hfd-13 --dry-run=server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6: what an upgrade would change in the live release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diff upgrade shipping charts/shipping-service -n hfd-13 --set replicaCount=2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Rung 7: the manifest the cluster was sent, fed back to the schema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get manifest shipping -n hfd-13 | kubeconform -strict -summary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--dry-run=server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helm-unittest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suite: shipping-service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templates: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templates/deployment.yaml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isKind: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equal: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spec.template.spec.containers[0].image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shipping-service:0.1.0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 fails when kafka is enabled without a bootstrap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kafka.enabled: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failedTemplate: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-u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chart-testing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 lint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 metadata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Chart.yaml schema, yamllint, and helm lint for every ci/*-values.yaml.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 test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ct.yaml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Configuration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ci/*-values.yaml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Scenarios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kubeconform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1: static checks, no cluster, every push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lint --strict charts/shipping-service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unittest charts/shipping-service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shipping charts/shipping-service -f charts/shipping-service/ci/ci-values.yaml | kubeconform -strict -summary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 lint --config ct.yaml --all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2: install test on a throwaway cluster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 install --charts charts/shipping-service --helm-extra-args '--timeout 3m'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Stage 3: publish on a version tag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--dependency-update -d dist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push dist/shipping-service-1.0.0.tgz oci://registry.example.com/charts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listeners: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plain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port: 9092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internal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tls: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offsets.topic.replication.factor: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min.insync.replicas: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entityOperator: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topicOperator: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userOperator: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values.yaml: the contract other charts import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dependencies: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version: 0.16.0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repository: file://../shipping-service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condition: shipping.enabled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notification-service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notification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tags: [messaging]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condition: db.enabled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import-values: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child: exports.postgres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parent: shipping.postgres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shipping-kafka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alias: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tags: [messaging]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global</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import-values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Static exports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Override trap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crds/ directory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Chart-owned CRDs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templates/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CRD as a template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Operator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Operator-owned CRDs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 guard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Readable 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and .Values.requireOperator (not (.Capabilities.APIVersions.Has "postgresql.cnpg.io/v1"))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 "shipping-postgres needs the CloudNativePG operator: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shipping-platform/templates/route.yaml renders only where the API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and .Values.route.enabled (.Capabilities.APIVersions.Has "route.openshift.io/v1")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Offline there is no cluster to ask: supply the API yourself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platform charts/shipping-platform -n hfd-ocp --api-versions route.openshift.io/v1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platform charts/shipping-platform -n hfd-ocp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Capabilities.APIVersions.Has asks the cluster at install time; helm template needs --api-versions.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starter is a chart directory where &lt;CHARTNAME&gt; stands for the new chart's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create --starter pc-fastapi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dependency build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lint --strict charts/inventory-service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template inventory charts/inventory-service | kubeconform -strict -summary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--install inventory charts/inventory-service -n hfd-18 --create-namespace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test inventory -n hfd-18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version: 1.0.0        # the chart: templates, values keys, dependencies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CI stamps both without editing the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--version 1.0.1 --app-version 0.1.1 -d .work/repo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charts/shipping-service --version 1.1.0-rc.1 -d .work/repo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search repo hfd-local --devel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Classic repo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index.yaml over HTTP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OCI 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Charts as artifacts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Search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Discovery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Digests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Immutability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Credentials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package examples/21-signing/charts/shipping-service --dependency-update --sign --key "HFD Throwaway Signer" --keyring .work/keys/secring.gpg -d .work/signed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the tarball against its .prov 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verify .work/signed/shipping-service-1.0.0.tgz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 while pulling from an OCI registry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pull oci://127.0.0.1:5001/signed/shipping-service --version 1.0.0 --plain-http --verify -d .work/pull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sign --key .work/cosign/cosign.key --yes --allow-http-registry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--use-signing-config=false --tlog-upload=false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127.0.0.1:5001/signed/shipping-service@sha256:&lt;digest&gt;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verify --key .work/cosign/cosign.pub --allow-http-registry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--insecure-ignore-tlog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127.0.0.1:5001/signed/shipping-service@sha256:&lt;digest&gt;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cli/v1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Command plugin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getter/v1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Download plugin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Rewrites rendered manifests; selected with --post-renderer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subprocess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extism/v1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Wasm plugins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and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plugin.yaml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cli/v1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name: wasm-hello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version: 0.1.0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runtime: extism/v1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runtimeConfig: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memory: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maxPages: 256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 5000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main.go: the exported entry point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//go:wasmexport helm_plugin_main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func helmPluginMain() uint32 { ...; return 0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build the module Helm loads as plugin.wasm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GOOS=wasip1 GOARCH=wasm go build -buildmode=c-shared -o plugin.wasm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run it: helm wasm-hello Helm4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Hello, Helm4! (from a Wasm Helm plugin): the module runs inside Helm's Extism runtime.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helmDefaults: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wait: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 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createNamespace: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rollbackOnFailure: true      # Helm 4 flag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releases: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platform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hfd-24-prod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chart: ./charts/shipping-platform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version: 1.0.0             # the chart pin: one reviewed line per environment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 prod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charts/shipping-platform/values-prod.yaml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pins/prod.yaml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-l env=prod template --skip-deps renders one environment; Helmfile adds no new Helm flags.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Hooks versus sync waves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 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PostSync 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sync-wave on hooks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 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Wave 0 default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Scope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Weights versus waves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equivalent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"pc-lib.otelEnv"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$global := default (dict) .Values.global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$svc := default (include "pc-lib.fullname" .) .Values.otel.serviceName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OTEL_SDK_DISABLED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if $endpoint }}"false"{{ else }}"true"{{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$endpoint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OTEL_EXPORTER_OTLP_ENDPOINT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$endpoint | quote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OTEL_SERVICE_NAME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$svc | quote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umbrella values.yaml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886968" y="1645920"/>
            <a:ext cx="10424160"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restricted-v2</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runAsUser fails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pc-lib avoids it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Group-0 files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Routes and the console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with the OpenShift overrides, same chart as minikube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helm upgrade --install platform charts/shipping-platform -n hfd-ocp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 values-openshift.yaml -f values-openshift-minimal.yaml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--wait --rollback-on-failure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values-openshift.yaml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openshift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imageRegistry: image-registry.openshift-image-registry.svc:5000/hfd-ocp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ClusterIP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Developer console: expose a chart repository to the project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helm.openshift.io/v1beta1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ProjectHelmChartRepository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hfd-charts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namespace: hfd-ocp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https://patterncatalyst.github.io/helm-for-developers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Routes replace NodePorts; the console installs charts from a repository registered per project.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Test in layers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Compose with intent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 by digest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Extend through plugins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Choose who runs the release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Cheat sheet</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Render-only tests; -u refreshes snapshots.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oci:// references; add --plain-http for a local HTTP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Names a postrenderer/v1 plugin; arguments via --post-renderer-args.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300" b="1" dirty="0">
                <a:solidFill>
                  <a:srgbClr val="242424"/>
                </a:solidFill>
                <a:latin typeface="Red Hat Text" pitchFamily="34" charset="0"/>
                <a:ea typeface="Red Hat Text" pitchFamily="34" charset="-122"/>
                <a:cs typeface="Red Hat Text" pitchFamily="34" charset="-120"/>
              </a:rPr>
              <a:t>Books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3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300" dirty="0"/>
          </a:p>
          <a:p>
            <a:pPr algn="l" indent="0" marL="0">
              <a:lnSpc>
                <a:spcPct val="120000"/>
              </a:lnSpc>
              <a:spcAft>
                <a:spcPts val="800"/>
              </a:spcAft>
              <a:buNone/>
            </a:pPr>
            <a:r>
              <a:rPr lang="en-US" sz="1300" b="1" dirty="0">
                <a:solidFill>
                  <a:srgbClr val="242424"/>
                </a:solidFill>
                <a:latin typeface="Red Hat Text" pitchFamily="34" charset="0"/>
                <a:ea typeface="Red Hat Text" pitchFamily="34" charset="-122"/>
                <a:cs typeface="Red Hat Text" pitchFamily="34" charset="-120"/>
              </a:rPr>
              <a:t>Official sources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2026-10-08T16:16:55Z</dcterms:created>
  <dcterms:modified xsi:type="dcterms:W3CDTF">2026-10-08T16:16:55Z</dcterms:modified>
</cp:coreProperties>
</file>